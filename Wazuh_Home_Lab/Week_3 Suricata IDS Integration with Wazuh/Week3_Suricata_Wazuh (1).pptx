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50292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745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Suricata IDS + Wazuh Integration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 ·  Network-Level Detection and Correlation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Cyberster Blue Team Internship  ·  Phase One  ·  Days 15 to 21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Left Off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016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253485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112471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69164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Log Collection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" y="2148840"/>
            <a:ext cx="24323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from Kali and Ubuntu flowing into a single platform in real time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00584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253485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12471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01568" y="169164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Alerting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401568" y="2148840"/>
            <a:ext cx="24323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that fire when thresholds are crossed or specific events occur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6480" y="100584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253485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1124712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36208" y="1691640"/>
            <a:ext cx="2432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Host-Based Monitoring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36208" y="2148840"/>
            <a:ext cx="24323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changes, authentication events, and user activity on each OS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Wazuh setup watches what machines report about themselves.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Wazuh Has a Blind Spot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016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D4EDDA"/>
          </a:solidFill>
          <a:ln w="19050">
            <a:solidFill>
              <a:srgbClr val="28A74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11556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627632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Wazuh Can See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2029968"/>
            <a:ext cx="349300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system changes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events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entries the OS produces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software changes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account activity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46320" y="100584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F8D7DA"/>
          </a:solidFill>
          <a:ln w="19050">
            <a:solidFill>
              <a:srgbClr val="DC354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11556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56048" y="1627632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Wazuh Cannot See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029200" y="2029968"/>
            <a:ext cx="35204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crossing the network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connections coming 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scanning activity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 attempts hitting services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movement between hosts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913632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FFF3CD"/>
          </a:solidFill>
          <a:ln/>
        </p:spPr>
      </p:sp>
      <p:sp>
        <p:nvSpPr>
          <p:cNvPr id="13" name="Text 9"/>
          <p:cNvSpPr/>
          <p:nvPr/>
        </p:nvSpPr>
        <p:spPr>
          <a:xfrm>
            <a:off x="594360" y="3941064"/>
            <a:ext cx="7955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 attacker hits your network before touching a host, Wazuh generates no alert.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Suricata: A Network-Level Sensor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016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530352" cy="5303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" y="1124712"/>
            <a:ext cx="374904" cy="37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106424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Sits directly on a network interface — not inside the OS, on the wire itself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530352" cy="5303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" y="1993392"/>
            <a:ext cx="374904" cy="3749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1975104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Inspects every packet in real time and compares it against a loaded ruleset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2788920"/>
            <a:ext cx="530352" cy="5303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" y="2862072"/>
            <a:ext cx="374904" cy="3749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70432" y="2843784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traffic matches a rule, an alert fires immediately at the network layer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457200" y="37033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EF4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Wazuh asks machines what they did.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Suricata watches the wire and sees it happen.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Modes: IDS and IPS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016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D4EDDA"/>
          </a:solidFill>
          <a:ln w="19050">
            <a:solidFill>
              <a:srgbClr val="28A74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648" y="111556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1691640"/>
            <a:ext cx="3621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66928" y="2103120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Intrusion Detection System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" y="246888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Observes and logs matching traffic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alerts when rules fire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block or drop any packets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are running this week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100584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3CD"/>
          </a:solidFill>
          <a:ln w="19050">
            <a:solidFill>
              <a:srgbClr val="FD7E1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115568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56048" y="1691640"/>
            <a:ext cx="3621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IPS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956048" y="2103120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Intrusion Prevention System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029200" y="246888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Sits inline in the network path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drop packets that match rules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complex to configure in a lab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of blocking your own traffic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detection first. Prevention comes after.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Suricata Sits in Your Lab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016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25348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20700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19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 VM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Suricata on NIC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Wazuh Agent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9718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566160" y="132588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253485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4173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190195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Host-Only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62356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Shape 9"/>
          <p:cNvSpPr/>
          <p:nvPr/>
        </p:nvSpPr>
        <p:spPr>
          <a:xfrm>
            <a:off x="6217920" y="109728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25348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20700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9360" y="1719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Server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309360" y="205740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Wazuh Manager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Wazuh Agent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31089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253485"/>
          </a:solidFill>
          <a:ln/>
        </p:spPr>
      </p:sp>
      <p:sp>
        <p:nvSpPr>
          <p:cNvPr id="18" name="Text 13"/>
          <p:cNvSpPr/>
          <p:nvPr/>
        </p:nvSpPr>
        <p:spPr>
          <a:xfrm>
            <a:off x="594360" y="31546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Suricata sees all traffic on the Kali interface  →  writes alerts to eve.json  →  Wazuh Agent reads the file  →  forwards to Manager on Ubuntu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40690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 is where you generate test attacks. Suricata on Kali sees every bit of that traffic.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Suricata Captures Packets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016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709160" cy="3200400"/>
          </a:xfrm>
          <a:prstGeom prst="roundRect">
            <a:avLst>
              <a:gd name="adj" fmla="val 2857"/>
            </a:avLst>
          </a:prstGeom>
          <a:solidFill>
            <a:srgbClr val="EEF4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7899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af-packet setting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44531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af-packet is the Linux kernel's high-performance packet capture interface — this is what Suricata uses to read raw traffic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specify which network interface to watch in suricata.yaml under the af-packet section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ip a inside your Kali VM to find the exact interface name that has your Host-Only IP address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that exact name into the af-packet config — it is case-sensitive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49240" y="1005840"/>
            <a:ext cx="3337560" cy="3200400"/>
          </a:xfrm>
          <a:prstGeom prst="roundRect">
            <a:avLst>
              <a:gd name="adj" fmla="val 2857"/>
            </a:avLst>
          </a:prstGeom>
          <a:solidFill>
            <a:srgbClr val="FFF3CD"/>
          </a:solidFill>
          <a:ln w="19050">
            <a:solidFill>
              <a:srgbClr val="FD7E1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11556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40680" y="1645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Misconfiguration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0" y="2084832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interface name = Suricata starts without any error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sees zero traffic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fast.log stays completely empty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warning, no clue why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3708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verify the interface name with ip a before writing it into the config.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Spot a Threat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016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25348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115568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556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Signature-Based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21792" y="2231136"/>
            <a:ext cx="35478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describe exactly what attack traffic looks like. A specific byte sequence, a header value, a known malicious string. Match it exactly and the alert fires.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1792" y="3749040"/>
            <a:ext cx="3547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reliable for known threats.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to anything it does not already describe.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1005840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25348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115568"/>
            <a:ext cx="566928" cy="5669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37760" y="17556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Anomaly-Based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029200" y="2231136"/>
            <a:ext cx="354787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behavior patterns and flags what deviates from normal. Protocol violations, scan timing, unusual traffic volume. No specific signature needed.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029200" y="3749040"/>
            <a:ext cx="35478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catch zero-day behavior.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produce more noise to tune.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Detection: Matching What You Know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016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EF4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789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rule describes exactly what attack traffic looks like at the packet level. A specific byte sequence in a payload, a known User-Agent string, a malicious domain in a DNS query — all expressible as a Suricata signature.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76272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EF4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24942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catches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15184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traffic that matches a known pattern precisely. Well-written signatures are highly reliable. If the rule fires, something that looks exactly like the described attack just occurred.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346704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EF4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4198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misses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785616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the rules do not already describe. A new attack, a known attack with modified encoding, or anything that has not been turned into a rule yet will pass through undetected.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8229600" cy="438912"/>
          </a:xfrm>
          <a:prstGeom prst="roundRect">
            <a:avLst>
              <a:gd name="adj" fmla="val 14583"/>
            </a:avLst>
          </a:prstGeom>
          <a:solidFill>
            <a:srgbClr val="FFF3CD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544568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rule matching '../../../' in HTTP traffic catches directory traversal. An attacker who URL-encodes the string bypasses it.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Detection: Spotting What's Unusual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016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EF4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789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tracking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Suricata tracks connections over time. One IP hitting hundreds of different ports in rapid succession has no attack signature — but the pattern is unmistakably a port scan.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76272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EF4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24942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15184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Suricata understands the expected structure of HTTP, DNS, TLS, and other protocols. Traffic that violates those expectations gets flagged, even without a matching signature.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346704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EF4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41985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adds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785616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 catches things signature detection would miss entirely. A new attack has no signature yet. Unusual behavior is detectable before anyone writes a rule for it.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5537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Suricata supports both methods simultaneously. Most production deployments use both.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Log Files to Know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016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25348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115568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6420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fast.log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/var/log/suricata/fast.log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1792" y="2423160"/>
            <a:ext cx="354787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per alert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Timestamp, rule message, IPs and ports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Human-readable, good for quick checks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when testing your rules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what Wazuh reads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100584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253485"/>
          </a:solidFill>
          <a:ln w="25400">
            <a:solidFill>
              <a:srgbClr val="CADCF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115568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37760" y="166420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eve.json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93776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/var/log/suricata/eve.json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010912" y="2423160"/>
            <a:ext cx="354787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structured JSON — one event per line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Alerts, flows, DNS, HTTP, TLS metadata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event Suricata generates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field data per event type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Wazuh reads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fast.log is for you.  eve.json is for everything downstream.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Suricata Rule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016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87552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8D6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  tcp  any any  -&gt;  any any  ( msg:"Suspicious traffic";  content:"exploit";  sid:9000001;  rev:1; 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938528"/>
            <a:ext cx="2697480" cy="1170432"/>
          </a:xfrm>
          <a:prstGeom prst="roundRect">
            <a:avLst>
              <a:gd name="adj" fmla="val 6250"/>
            </a:avLst>
          </a:prstGeom>
          <a:solidFill>
            <a:srgbClr val="253485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02996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2340864"/>
            <a:ext cx="248716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logs the event. In IPS mode, drop would stop the packet. Pass allows it through a matching rule.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938528"/>
            <a:ext cx="2697480" cy="1170432"/>
          </a:xfrm>
          <a:prstGeom prst="roundRect">
            <a:avLst>
              <a:gd name="adj" fmla="val 6250"/>
            </a:avLst>
          </a:prstGeom>
          <a:solidFill>
            <a:srgbClr val="253485"/>
          </a:solidFill>
          <a:ln/>
        </p:spPr>
      </p:sp>
      <p:sp>
        <p:nvSpPr>
          <p:cNvPr id="10" name="Text 8"/>
          <p:cNvSpPr/>
          <p:nvPr/>
        </p:nvSpPr>
        <p:spPr>
          <a:xfrm>
            <a:off x="3401568" y="202996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01568" y="2340864"/>
            <a:ext cx="248716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tcp, udp, icmp — or application-layer types like http, dns, tls for layer 7 matching.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938528"/>
            <a:ext cx="2697480" cy="1170432"/>
          </a:xfrm>
          <a:prstGeom prst="roundRect">
            <a:avLst>
              <a:gd name="adj" fmla="val 6250"/>
            </a:avLst>
          </a:prstGeom>
          <a:solidFill>
            <a:srgbClr val="253485"/>
          </a:solidFill>
          <a:ln/>
        </p:spPr>
      </p:sp>
      <p:sp>
        <p:nvSpPr>
          <p:cNvPr id="13" name="Text 11"/>
          <p:cNvSpPr/>
          <p:nvPr/>
        </p:nvSpPr>
        <p:spPr>
          <a:xfrm>
            <a:off x="6236208" y="2029968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36208" y="2340864"/>
            <a:ext cx="248716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is one-way from source to destination. &lt;-&gt; makes the rule apply to traffic in both directions.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36976"/>
            <a:ext cx="2697480" cy="1170432"/>
          </a:xfrm>
          <a:prstGeom prst="roundRect">
            <a:avLst>
              <a:gd name="adj" fmla="val 6250"/>
            </a:avLst>
          </a:prstGeom>
          <a:solidFill>
            <a:srgbClr val="25348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32841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3639312"/>
            <a:ext cx="248716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and port where the packet comes from. 'any any' means match regardless of origin.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3236976"/>
            <a:ext cx="2697480" cy="1170432"/>
          </a:xfrm>
          <a:prstGeom prst="roundRect">
            <a:avLst>
              <a:gd name="adj" fmla="val 6250"/>
            </a:avLst>
          </a:prstGeom>
          <a:solidFill>
            <a:srgbClr val="253485"/>
          </a:solidFill>
          <a:ln/>
        </p:spPr>
      </p:sp>
      <p:sp>
        <p:nvSpPr>
          <p:cNvPr id="19" name="Text 17"/>
          <p:cNvSpPr/>
          <p:nvPr/>
        </p:nvSpPr>
        <p:spPr>
          <a:xfrm>
            <a:off x="3401568" y="332841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01568" y="3639312"/>
            <a:ext cx="248716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and port the packet is going to. Scope this to your server's IP and port for precision.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3236976"/>
            <a:ext cx="2697480" cy="1170432"/>
          </a:xfrm>
          <a:prstGeom prst="roundRect">
            <a:avLst>
              <a:gd name="adj" fmla="val 6250"/>
            </a:avLst>
          </a:prstGeom>
          <a:solidFill>
            <a:srgbClr val="253485"/>
          </a:solidFill>
          <a:ln/>
        </p:spPr>
      </p:sp>
      <p:sp>
        <p:nvSpPr>
          <p:cNvPr id="22" name="Text 20"/>
          <p:cNvSpPr/>
          <p:nvPr/>
        </p:nvSpPr>
        <p:spPr>
          <a:xfrm>
            <a:off x="6236208" y="332841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36208" y="3639312"/>
            <a:ext cx="248716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the parentheses — the detection logic: msg, content, sid, threshold, flags, and more.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Rule Header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016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78992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0241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371600"/>
            <a:ext cx="7543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Suricata does when the rule fires. 'alert' means log it. In IPS mode, 'drop' stops the packet. 'pass' explicitly allows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901952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019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8470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194560"/>
            <a:ext cx="7543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traffic type the rule applies to. Use tcp, udp, or icmp for transport layer. http, dns, or tls for application-layer matching.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724912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24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67004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address and port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017520"/>
            <a:ext cx="7543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packet comes from. 'any any' matches any IP and any port. You can scope this to a specific IP or subnet.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547872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478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4930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840480"/>
            <a:ext cx="7543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 is one-way. The rule only matches traffic flowing from the source to the destination. &lt;-&gt; matches in both directions.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370832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370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3159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address and 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663440"/>
            <a:ext cx="7543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packet is going. Scoping this to your server's IP and service port limits the rule to relevant traffic only.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Goes in the Options Section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016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1216152"/>
          </a:xfrm>
          <a:prstGeom prst="roundRect">
            <a:avLst>
              <a:gd name="adj" fmla="val 6015"/>
            </a:avLst>
          </a:prstGeom>
          <a:solidFill>
            <a:srgbClr val="EEF4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972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alert message shown in fast.log and the dashboard. Make it specific enough to understand at a glance.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005840"/>
            <a:ext cx="3840480" cy="1216152"/>
          </a:xfrm>
          <a:prstGeom prst="roundRect">
            <a:avLst>
              <a:gd name="adj" fmla="val 6015"/>
            </a:avLst>
          </a:prstGeom>
          <a:solidFill>
            <a:srgbClr val="EEF4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4630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byte string or text that must appear in the packet payload for the rule to match.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3840480" cy="1216152"/>
          </a:xfrm>
          <a:prstGeom prst="roundRect">
            <a:avLst>
              <a:gd name="adj" fmla="val 6015"/>
            </a:avLst>
          </a:prstGeom>
          <a:solidFill>
            <a:srgbClr val="EEF4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505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281635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rule identifier. Must not duplicate any other loaded rule. Use values above 9,000,000 for custom rules.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2359152"/>
            <a:ext cx="3840480" cy="1216152"/>
          </a:xfrm>
          <a:prstGeom prst="roundRect">
            <a:avLst>
              <a:gd name="adj" fmla="val 6015"/>
            </a:avLst>
          </a:prstGeom>
          <a:solidFill>
            <a:srgbClr val="EEF4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4505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281635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relative to the server. 'to_server' matches requests. 'from_server' matches responses.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12464"/>
            <a:ext cx="3840480" cy="1216152"/>
          </a:xfrm>
          <a:prstGeom prst="roundRect">
            <a:avLst>
              <a:gd name="adj" fmla="val 6015"/>
            </a:avLst>
          </a:prstGeom>
          <a:solidFill>
            <a:srgbClr val="EEF4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8039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4169664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times the rule must fire within a time window before an alert is logged. Critical for flood detection.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3712464"/>
            <a:ext cx="3840480" cy="1216152"/>
          </a:xfrm>
          <a:prstGeom prst="roundRect">
            <a:avLst>
              <a:gd name="adj" fmla="val 6015"/>
            </a:avLst>
          </a:prstGeom>
          <a:solidFill>
            <a:srgbClr val="EEF4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38039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4169664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TCP flags to match. SYN for connection starts, FIN for termination, NULL for null scans.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Like a Rule Writer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016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16152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16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05156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this attack traffic look like at the packet level?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49047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bytes, TCP flags, timing, volume. What is measurably different from normal?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07568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legitimate traffic on this same protocol look like?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5146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the baseline before you can define the deviation from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64408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64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099816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minimum condition that separates the two?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53872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smallest set of conditions that catches the attack without matching normal traffic.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187952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253485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4233672"/>
            <a:ext cx="79004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loose = log fills with noise and real alerts get buried.  Too tight = real attacks slip through.  Getting that balance right is the work.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Suricata Talks to Wazuh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016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12070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682496" y="2084832"/>
            <a:ext cx="1060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06854" y="182880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806854" y="1828800"/>
            <a:ext cx="12070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Suricata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32150" y="2084832"/>
            <a:ext cx="1060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156509" y="182880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156509" y="1828800"/>
            <a:ext cx="12070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eve.json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1805" y="2084832"/>
            <a:ext cx="1060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06163" y="182880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06163" y="1828800"/>
            <a:ext cx="12070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Wazuh Agent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(Kali)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31459" y="2084832"/>
            <a:ext cx="1060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855818" y="182880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855818" y="1828800"/>
            <a:ext cx="12070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Wazuh Manager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(Ubuntu)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81114" y="2084832"/>
            <a:ext cx="1060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205472" y="182880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205472" y="1828800"/>
            <a:ext cx="12070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4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" y="3099816"/>
            <a:ext cx="7900416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config change needed: add a localfile block in ossec.conf on the Kali Wazuh Agent, pointing to /var/log/suricata/eve.json with log_format set to json. That is it.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Wazuh Manager already has a built-in Suricata decoder. You do not need to write one.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Packet to Dashboard Alert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016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61288"/>
            <a:ext cx="457200" cy="4572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61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0515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packet crosses the network interface on the Kali VM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73168" y="1161288"/>
            <a:ext cx="457200" cy="4572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3168" y="1161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67528" y="10515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Suricata compares it against every rule in the loaded ruleset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350008"/>
            <a:ext cx="457200" cy="4572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22402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is written to eve.json as a structured JSON entry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73168" y="2350008"/>
            <a:ext cx="457200" cy="4572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67528" y="22402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Wazuh agent reads the new entry from eve.json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538728"/>
            <a:ext cx="457200" cy="4572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38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342900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forwards the event to the Wazuh Manager on Ubuntu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73168" y="3538728"/>
            <a:ext cx="457200" cy="45720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3538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67528" y="342900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runs the Suricata decoder and the alert appears in the dashboard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every step in the path. When integration breaks, knowing the flow tells you exactly where to look.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Views of the Same Attack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016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25348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11556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276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Suricata Sees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2029968"/>
            <a:ext cx="33101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Nmap SYN scan from attacker IP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ports hit in 4 seconds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request with exploit string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on a host has happened yet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023360" y="16916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5120640" y="100584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25348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11556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16276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Wazuh Sees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230368" y="2029968"/>
            <a:ext cx="331012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file created in /etc/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SSH login attempt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user account created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 alert on a sensitive path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493008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253485"/>
          </a:solidFill>
          <a:ln/>
        </p:spPr>
      </p:sp>
      <p:sp>
        <p:nvSpPr>
          <p:cNvPr id="14" name="Text 10"/>
          <p:cNvSpPr/>
          <p:nvPr/>
        </p:nvSpPr>
        <p:spPr>
          <a:xfrm>
            <a:off x="640080" y="3538728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view: one attacker, one timeline. Scan, then entry, then file dropped, then persistence. Neither event alone tells you the story. Together they do.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Traffic by Geographic Origin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0160">
            <a:solidFill>
              <a:srgbClr val="1E276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005840"/>
            <a:ext cx="1143000" cy="1143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6675120" cy="1115568"/>
          </a:xfrm>
          <a:prstGeom prst="roundRect">
            <a:avLst>
              <a:gd name="adj" fmla="val 6557"/>
            </a:avLst>
          </a:prstGeom>
          <a:solidFill>
            <a:srgbClr val="EEF4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09728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444752"/>
            <a:ext cx="6327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block of IP addresses on the internet is assigned to a specific country. If your organisation has no legitimate users or partners in a particular region, why accept connections from it?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240280"/>
            <a:ext cx="6675120" cy="1115568"/>
          </a:xfrm>
          <a:prstGeom prst="roundRect">
            <a:avLst>
              <a:gd name="adj" fmla="val 6557"/>
            </a:avLst>
          </a:prstGeom>
          <a:solidFill>
            <a:srgbClr val="EEF4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23317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679192"/>
            <a:ext cx="6327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a list of IP address ranges (in CIDR format) for specific countries. Load those ranges into a firewall ruleset. Any packet with a source IP in those ranges gets dropped before it reaches any service.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3474720"/>
            <a:ext cx="6675120" cy="1115568"/>
          </a:xfrm>
          <a:prstGeom prst="roundRect">
            <a:avLst>
              <a:gd name="adj" fmla="val 6557"/>
            </a:avLst>
          </a:prstGeom>
          <a:solidFill>
            <a:srgbClr val="EEF4FF"/>
          </a:solidFill>
          <a:ln/>
          <a:effectLst>
            <a:outerShdw sx="100000" sy="100000" kx="0" ky="0" algn="bl" rotWithShape="0" blurRad="1016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35661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reduces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3913632"/>
            <a:ext cx="632764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scanner noise, opportunistic attacks, and bulk exploit attempts from regions with no legitimate users. A real technique used in production environments to reduce the attack surface.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ipset Exists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016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8D7DA"/>
          </a:solidFill>
          <a:ln w="19050">
            <a:solidFill>
              <a:srgbClr val="DC3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78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ipset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" y="1508760"/>
            <a:ext cx="3547872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iptables rule per IP address or CIDR range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country can have 10,000 or more IP ranges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iptables checks each rule in sequence for every single packet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degrades badly as the rule count grows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21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 to update or maintain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D4EDDA"/>
          </a:solidFill>
          <a:ln w="19050">
            <a:solidFill>
              <a:srgbClr val="28A7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78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ipset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10912" y="1508760"/>
            <a:ext cx="3547872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ipset creates a named set stored in kernel memory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all 10,000 ranges into that one named set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one iptables rule: if source IP is in this set, drop 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lookup is near-instant regardless of how large the set 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the set without touching the firewall rules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ipset lets you block 10,000 IPs with the same performance cost as blocking 10.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GeoIP Blocking Cannot 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77824"/>
            <a:ext cx="8229600" cy="0"/>
          </a:xfrm>
          <a:prstGeom prst="line">
            <a:avLst/>
          </a:prstGeom>
          <a:noFill/>
          <a:ln w="1016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25348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5272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12471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VPNs and Tor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70432" y="149047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attacker can appear to originate from any country within minutes. You block a country and they connect through a VPN exit node in one you allow. The block never fires.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25348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04288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217627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infrastructure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70432" y="254203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AWS, GCP, Azure, and other cloud providers own IPs in every country. Attacks launched from cloud VMs appear from whichever country that VM is located in — often one you allow.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31546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25348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355848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2278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threats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70432" y="359359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who knows you are using GeoIP blocking will simply route around it. This technique is most effective against automated scanners, not against a determined attacker with a specific target.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Suricata IDS + Wazuh Integration</dc:title>
  <dc:subject>PptxGenJS Presentation</dc:subject>
  <dc:creator>PptxGenJS</dc:creator>
  <cp:lastModifiedBy>PptxGenJS</cp:lastModifiedBy>
  <cp:revision>1</cp:revision>
  <dcterms:created xsi:type="dcterms:W3CDTF">2026-07-05T07:15:36Z</dcterms:created>
  <dcterms:modified xsi:type="dcterms:W3CDTF">2026-07-05T07:15:36Z</dcterms:modified>
</cp:coreProperties>
</file>